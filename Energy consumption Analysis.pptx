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2" r:id="rId6"/>
    <p:sldId id="270" r:id="rId7"/>
    <p:sldId id="269" r:id="rId8"/>
    <p:sldId id="263" r:id="rId9"/>
    <p:sldId id="274" r:id="rId10"/>
    <p:sldId id="273" r:id="rId11"/>
    <p:sldId id="272" r:id="rId12"/>
    <p:sldId id="271" r:id="rId13"/>
    <p:sldId id="275" r:id="rId14"/>
    <p:sldId id="268" r:id="rId15"/>
    <p:sldId id="267" r:id="rId16"/>
    <p:sldId id="266" r:id="rId17"/>
    <p:sldId id="264" r:id="rId18"/>
    <p:sldId id="259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525F5E-BE3C-44CF-AC6F-3668E95D5B0A}" v="27" dt="2026-02-26T05:13:06.4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6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eetha gorli" userId="d91e28ba29754431" providerId="LiveId" clId="{9C0FB318-21A8-49B5-96C8-DD639F911735}"/>
    <pc:docChg chg="undo custSel delSld modSld">
      <pc:chgData name="suneetha gorli" userId="d91e28ba29754431" providerId="LiveId" clId="{9C0FB318-21A8-49B5-96C8-DD639F911735}" dt="2026-02-26T05:15:05.003" v="244" actId="1076"/>
      <pc:docMkLst>
        <pc:docMk/>
      </pc:docMkLst>
      <pc:sldChg chg="modSp mod">
        <pc:chgData name="suneetha gorli" userId="d91e28ba29754431" providerId="LiveId" clId="{9C0FB318-21A8-49B5-96C8-DD639F911735}" dt="2026-02-26T05:15:05.003" v="244" actId="1076"/>
        <pc:sldMkLst>
          <pc:docMk/>
          <pc:sldMk cId="0" sldId="256"/>
        </pc:sldMkLst>
        <pc:spChg chg="mod">
          <ac:chgData name="suneetha gorli" userId="d91e28ba29754431" providerId="LiveId" clId="{9C0FB318-21A8-49B5-96C8-DD639F911735}" dt="2026-02-26T05:15:05.003" v="244" actId="1076"/>
          <ac:spMkLst>
            <pc:docMk/>
            <pc:sldMk cId="0" sldId="256"/>
            <ac:spMk id="99" creationId="{00000000-0000-0000-0000-000000000000}"/>
          </ac:spMkLst>
        </pc:spChg>
        <pc:picChg chg="mod">
          <ac:chgData name="suneetha gorli" userId="d91e28ba29754431" providerId="LiveId" clId="{9C0FB318-21A8-49B5-96C8-DD639F911735}" dt="2026-02-26T05:14:56.982" v="243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suneetha gorli" userId="d91e28ba29754431" providerId="LiveId" clId="{9C0FB318-21A8-49B5-96C8-DD639F911735}" dt="2026-02-26T05:07:42.475" v="217" actId="1076"/>
        <pc:sldMkLst>
          <pc:docMk/>
          <pc:sldMk cId="0" sldId="257"/>
        </pc:sldMkLst>
        <pc:spChg chg="mod">
          <ac:chgData name="suneetha gorli" userId="d91e28ba29754431" providerId="LiveId" clId="{9C0FB318-21A8-49B5-96C8-DD639F911735}" dt="2026-02-26T05:07:42.475" v="217" actId="1076"/>
          <ac:spMkLst>
            <pc:docMk/>
            <pc:sldMk cId="0" sldId="257"/>
            <ac:spMk id="104" creationId="{00000000-0000-0000-0000-000000000000}"/>
          </ac:spMkLst>
        </pc:spChg>
        <pc:spChg chg="mod">
          <ac:chgData name="suneetha gorli" userId="d91e28ba29754431" providerId="LiveId" clId="{9C0FB318-21A8-49B5-96C8-DD639F911735}" dt="2026-02-26T05:07:37.687" v="216" actId="1076"/>
          <ac:spMkLst>
            <pc:docMk/>
            <pc:sldMk cId="0" sldId="257"/>
            <ac:spMk id="105" creationId="{00000000-0000-0000-0000-000000000000}"/>
          </ac:spMkLst>
        </pc:spChg>
      </pc:sldChg>
      <pc:sldChg chg="del">
        <pc:chgData name="suneetha gorli" userId="d91e28ba29754431" providerId="LiveId" clId="{9C0FB318-21A8-49B5-96C8-DD639F911735}" dt="2026-02-26T05:07:51.840" v="218" actId="2696"/>
        <pc:sldMkLst>
          <pc:docMk/>
          <pc:sldMk cId="0" sldId="258"/>
        </pc:sldMkLst>
      </pc:sldChg>
      <pc:sldChg chg="modSp mod">
        <pc:chgData name="suneetha gorli" userId="d91e28ba29754431" providerId="LiveId" clId="{9C0FB318-21A8-49B5-96C8-DD639F911735}" dt="2026-02-26T05:08:18.055" v="222" actId="255"/>
        <pc:sldMkLst>
          <pc:docMk/>
          <pc:sldMk cId="78402539" sldId="260"/>
        </pc:sldMkLst>
        <pc:spChg chg="mod">
          <ac:chgData name="suneetha gorli" userId="d91e28ba29754431" providerId="LiveId" clId="{9C0FB318-21A8-49B5-96C8-DD639F911735}" dt="2026-02-26T05:08:18.055" v="222" actId="255"/>
          <ac:spMkLst>
            <pc:docMk/>
            <pc:sldMk cId="78402539" sldId="260"/>
            <ac:spMk id="111" creationId="{BF3FFE20-705A-48C7-4743-1822673D772A}"/>
          </ac:spMkLst>
        </pc:spChg>
      </pc:sldChg>
      <pc:sldChg chg="addSp delSp modSp mod">
        <pc:chgData name="suneetha gorli" userId="d91e28ba29754431" providerId="LiveId" clId="{9C0FB318-21A8-49B5-96C8-DD639F911735}" dt="2026-02-26T05:02:20.505" v="182" actId="1076"/>
        <pc:sldMkLst>
          <pc:docMk/>
          <pc:sldMk cId="2174830168" sldId="264"/>
        </pc:sldMkLst>
        <pc:spChg chg="add mod">
          <ac:chgData name="suneetha gorli" userId="d91e28ba29754431" providerId="LiveId" clId="{9C0FB318-21A8-49B5-96C8-DD639F911735}" dt="2026-02-26T05:02:20.505" v="182" actId="1076"/>
          <ac:spMkLst>
            <pc:docMk/>
            <pc:sldMk cId="2174830168" sldId="264"/>
            <ac:spMk id="3" creationId="{623B2773-FD10-E00C-2429-07DFC4E4903D}"/>
          </ac:spMkLst>
        </pc:spChg>
        <pc:spChg chg="add mod">
          <ac:chgData name="suneetha gorli" userId="d91e28ba29754431" providerId="LiveId" clId="{9C0FB318-21A8-49B5-96C8-DD639F911735}" dt="2026-02-26T05:02:14.648" v="181" actId="1076"/>
          <ac:spMkLst>
            <pc:docMk/>
            <pc:sldMk cId="2174830168" sldId="264"/>
            <ac:spMk id="5" creationId="{0D0FA232-2414-DE93-6730-54D6AE67D6CF}"/>
          </ac:spMkLst>
        </pc:spChg>
        <pc:spChg chg="del mod">
          <ac:chgData name="suneetha gorli" userId="d91e28ba29754431" providerId="LiveId" clId="{9C0FB318-21A8-49B5-96C8-DD639F911735}" dt="2026-02-26T05:01:19.213" v="171" actId="478"/>
          <ac:spMkLst>
            <pc:docMk/>
            <pc:sldMk cId="2174830168" sldId="264"/>
            <ac:spMk id="111" creationId="{7702567C-CD3D-E226-9000-A19D4F65C4A5}"/>
          </ac:spMkLst>
        </pc:spChg>
      </pc:sldChg>
      <pc:sldChg chg="del">
        <pc:chgData name="suneetha gorli" userId="d91e28ba29754431" providerId="LiveId" clId="{9C0FB318-21A8-49B5-96C8-DD639F911735}" dt="2026-02-26T05:02:27.372" v="183" actId="2696"/>
        <pc:sldMkLst>
          <pc:docMk/>
          <pc:sldMk cId="2350036149" sldId="265"/>
        </pc:sldMkLst>
      </pc:sldChg>
      <pc:sldChg chg="addSp delSp modSp mod">
        <pc:chgData name="suneetha gorli" userId="d91e28ba29754431" providerId="LiveId" clId="{9C0FB318-21A8-49B5-96C8-DD639F911735}" dt="2026-02-26T05:13:31.815" v="236" actId="20577"/>
        <pc:sldMkLst>
          <pc:docMk/>
          <pc:sldMk cId="1669830927" sldId="266"/>
        </pc:sldMkLst>
        <pc:spChg chg="add mod">
          <ac:chgData name="suneetha gorli" userId="d91e28ba29754431" providerId="LiveId" clId="{9C0FB318-21A8-49B5-96C8-DD639F911735}" dt="2026-02-26T05:13:31.815" v="236" actId="20577"/>
          <ac:spMkLst>
            <pc:docMk/>
            <pc:sldMk cId="1669830927" sldId="266"/>
            <ac:spMk id="3" creationId="{837F538F-C384-087B-A575-6A2E181D4994}"/>
          </ac:spMkLst>
        </pc:spChg>
        <pc:spChg chg="add mod">
          <ac:chgData name="suneetha gorli" userId="d91e28ba29754431" providerId="LiveId" clId="{9C0FB318-21A8-49B5-96C8-DD639F911735}" dt="2026-02-26T05:13:28.210" v="235" actId="1076"/>
          <ac:spMkLst>
            <pc:docMk/>
            <pc:sldMk cId="1669830927" sldId="266"/>
            <ac:spMk id="5" creationId="{F0BBB15B-4638-6D56-0CFF-B5BB6562D6C4}"/>
          </ac:spMkLst>
        </pc:spChg>
        <pc:spChg chg="add del mod">
          <ac:chgData name="suneetha gorli" userId="d91e28ba29754431" providerId="LiveId" clId="{9C0FB318-21A8-49B5-96C8-DD639F911735}" dt="2026-02-26T05:13:02.390" v="230" actId="478"/>
          <ac:spMkLst>
            <pc:docMk/>
            <pc:sldMk cId="1669830927" sldId="266"/>
            <ac:spMk id="6" creationId="{C1040325-20AB-616D-E34A-7DE95C50232A}"/>
          </ac:spMkLst>
        </pc:spChg>
        <pc:spChg chg="del mod">
          <ac:chgData name="suneetha gorli" userId="d91e28ba29754431" providerId="LiveId" clId="{9C0FB318-21A8-49B5-96C8-DD639F911735}" dt="2026-02-26T04:58:21.290" v="141" actId="478"/>
          <ac:spMkLst>
            <pc:docMk/>
            <pc:sldMk cId="1669830927" sldId="266"/>
            <ac:spMk id="111" creationId="{7755061C-36C8-FB97-5193-45C276672DE1}"/>
          </ac:spMkLst>
        </pc:spChg>
      </pc:sldChg>
      <pc:sldChg chg="addSp delSp modSp mod">
        <pc:chgData name="suneetha gorli" userId="d91e28ba29754431" providerId="LiveId" clId="{9C0FB318-21A8-49B5-96C8-DD639F911735}" dt="2026-02-26T04:56:40.582" v="139" actId="1076"/>
        <pc:sldMkLst>
          <pc:docMk/>
          <pc:sldMk cId="1215683156" sldId="267"/>
        </pc:sldMkLst>
        <pc:spChg chg="add del mod">
          <ac:chgData name="suneetha gorli" userId="d91e28ba29754431" providerId="LiveId" clId="{9C0FB318-21A8-49B5-96C8-DD639F911735}" dt="2026-02-26T04:55:35.511" v="121" actId="478"/>
          <ac:spMkLst>
            <pc:docMk/>
            <pc:sldMk cId="1215683156" sldId="267"/>
            <ac:spMk id="2" creationId="{9DA28E83-13EB-0DFC-D2D9-6CF3C5B77837}"/>
          </ac:spMkLst>
        </pc:spChg>
        <pc:spChg chg="add mod">
          <ac:chgData name="suneetha gorli" userId="d91e28ba29754431" providerId="LiveId" clId="{9C0FB318-21A8-49B5-96C8-DD639F911735}" dt="2026-02-26T04:56:08.562" v="131" actId="1076"/>
          <ac:spMkLst>
            <pc:docMk/>
            <pc:sldMk cId="1215683156" sldId="267"/>
            <ac:spMk id="4" creationId="{D4CD8E4E-55F7-25DA-13E2-AB254BF0D6A7}"/>
          </ac:spMkLst>
        </pc:spChg>
        <pc:spChg chg="add mod">
          <ac:chgData name="suneetha gorli" userId="d91e28ba29754431" providerId="LiveId" clId="{9C0FB318-21A8-49B5-96C8-DD639F911735}" dt="2026-02-26T04:56:40.582" v="139" actId="1076"/>
          <ac:spMkLst>
            <pc:docMk/>
            <pc:sldMk cId="1215683156" sldId="267"/>
            <ac:spMk id="6" creationId="{95F66F96-971F-D0E6-6533-80DEA542AEE2}"/>
          </ac:spMkLst>
        </pc:spChg>
        <pc:spChg chg="del mod">
          <ac:chgData name="suneetha gorli" userId="d91e28ba29754431" providerId="LiveId" clId="{9C0FB318-21A8-49B5-96C8-DD639F911735}" dt="2026-02-26T04:55:28.358" v="118" actId="478"/>
          <ac:spMkLst>
            <pc:docMk/>
            <pc:sldMk cId="1215683156" sldId="267"/>
            <ac:spMk id="111" creationId="{E59B2DFD-C355-E0D1-3870-5B90C878BCB6}"/>
          </ac:spMkLst>
        </pc:spChg>
      </pc:sldChg>
      <pc:sldChg chg="addSp delSp modSp mod">
        <pc:chgData name="suneetha gorli" userId="d91e28ba29754431" providerId="LiveId" clId="{9C0FB318-21A8-49B5-96C8-DD639F911735}" dt="2026-02-26T04:52:56.313" v="116" actId="207"/>
        <pc:sldMkLst>
          <pc:docMk/>
          <pc:sldMk cId="3469674865" sldId="268"/>
        </pc:sldMkLst>
        <pc:spChg chg="add mod">
          <ac:chgData name="suneetha gorli" userId="d91e28ba29754431" providerId="LiveId" clId="{9C0FB318-21A8-49B5-96C8-DD639F911735}" dt="2026-02-26T04:52:56.313" v="116" actId="207"/>
          <ac:spMkLst>
            <pc:docMk/>
            <pc:sldMk cId="3469674865" sldId="268"/>
            <ac:spMk id="3" creationId="{B6C8B755-2D20-020A-F0B9-B9A68D8D6247}"/>
          </ac:spMkLst>
        </pc:spChg>
        <pc:spChg chg="add mod">
          <ac:chgData name="suneetha gorli" userId="d91e28ba29754431" providerId="LiveId" clId="{9C0FB318-21A8-49B5-96C8-DD639F911735}" dt="2026-02-26T04:52:46.072" v="114" actId="207"/>
          <ac:spMkLst>
            <pc:docMk/>
            <pc:sldMk cId="3469674865" sldId="268"/>
            <ac:spMk id="5" creationId="{BD42C780-033F-648C-22AA-DFE55A154776}"/>
          </ac:spMkLst>
        </pc:spChg>
        <pc:spChg chg="del mod">
          <ac:chgData name="suneetha gorli" userId="d91e28ba29754431" providerId="LiveId" clId="{9C0FB318-21A8-49B5-96C8-DD639F911735}" dt="2026-02-26T04:50:07.311" v="73" actId="478"/>
          <ac:spMkLst>
            <pc:docMk/>
            <pc:sldMk cId="3469674865" sldId="268"/>
            <ac:spMk id="111" creationId="{95B507AD-4BAF-6C8A-3EF9-123F02DE320E}"/>
          </ac:spMkLst>
        </pc:spChg>
      </pc:sldChg>
      <pc:sldChg chg="modSp mod">
        <pc:chgData name="suneetha gorli" userId="d91e28ba29754431" providerId="LiveId" clId="{9C0FB318-21A8-49B5-96C8-DD639F911735}" dt="2026-02-26T04:44:37.499" v="59" actId="20577"/>
        <pc:sldMkLst>
          <pc:docMk/>
          <pc:sldMk cId="1227668132" sldId="269"/>
        </pc:sldMkLst>
        <pc:spChg chg="mod">
          <ac:chgData name="suneetha gorli" userId="d91e28ba29754431" providerId="LiveId" clId="{9C0FB318-21A8-49B5-96C8-DD639F911735}" dt="2026-02-26T04:44:37.499" v="59" actId="20577"/>
          <ac:spMkLst>
            <pc:docMk/>
            <pc:sldMk cId="1227668132" sldId="269"/>
            <ac:spMk id="6" creationId="{9D5650B4-1E69-DCBA-45D7-20C592B1F36D}"/>
          </ac:spMkLst>
        </pc:spChg>
      </pc:sldChg>
      <pc:sldChg chg="addSp delSp modSp mod">
        <pc:chgData name="suneetha gorli" userId="d91e28ba29754431" providerId="LiveId" clId="{9C0FB318-21A8-49B5-96C8-DD639F911735}" dt="2026-02-26T04:43:23.472" v="51" actId="1076"/>
        <pc:sldMkLst>
          <pc:docMk/>
          <pc:sldMk cId="1298803986" sldId="271"/>
        </pc:sldMkLst>
        <pc:spChg chg="add del mod">
          <ac:chgData name="suneetha gorli" userId="d91e28ba29754431" providerId="LiveId" clId="{9C0FB318-21A8-49B5-96C8-DD639F911735}" dt="2026-02-26T04:42:33.222" v="42" actId="478"/>
          <ac:spMkLst>
            <pc:docMk/>
            <pc:sldMk cId="1298803986" sldId="271"/>
            <ac:spMk id="2" creationId="{13527045-D036-051A-7C86-D34924C79198}"/>
          </ac:spMkLst>
        </pc:spChg>
        <pc:spChg chg="mod">
          <ac:chgData name="suneetha gorli" userId="d91e28ba29754431" providerId="LiveId" clId="{9C0FB318-21A8-49B5-96C8-DD639F911735}" dt="2026-02-26T04:42:52.569" v="48" actId="20577"/>
          <ac:spMkLst>
            <pc:docMk/>
            <pc:sldMk cId="1298803986" sldId="271"/>
            <ac:spMk id="4" creationId="{D577F148-9954-D0BF-ABCA-B4C6606F41E5}"/>
          </ac:spMkLst>
        </pc:spChg>
        <pc:picChg chg="del">
          <ac:chgData name="suneetha gorli" userId="d91e28ba29754431" providerId="LiveId" clId="{9C0FB318-21A8-49B5-96C8-DD639F911735}" dt="2026-02-26T04:25:03.173" v="14" actId="478"/>
          <ac:picMkLst>
            <pc:docMk/>
            <pc:sldMk cId="1298803986" sldId="271"/>
            <ac:picMk id="3" creationId="{C6CDB7FA-932F-16F9-B0EA-5D79E95FF454}"/>
          </ac:picMkLst>
        </pc:picChg>
        <pc:picChg chg="add mod">
          <ac:chgData name="suneetha gorli" userId="d91e28ba29754431" providerId="LiveId" clId="{9C0FB318-21A8-49B5-96C8-DD639F911735}" dt="2026-02-26T04:43:23.472" v="51" actId="1076"/>
          <ac:picMkLst>
            <pc:docMk/>
            <pc:sldMk cId="1298803986" sldId="271"/>
            <ac:picMk id="6" creationId="{CA1B036C-F989-558A-AD6C-320F7C2B8DAC}"/>
          </ac:picMkLst>
        </pc:picChg>
      </pc:sldChg>
      <pc:sldChg chg="addSp delSp modSp mod">
        <pc:chgData name="suneetha gorli" userId="d91e28ba29754431" providerId="LiveId" clId="{9C0FB318-21A8-49B5-96C8-DD639F911735}" dt="2026-02-26T04:36:47.348" v="29" actId="1076"/>
        <pc:sldMkLst>
          <pc:docMk/>
          <pc:sldMk cId="1064380178" sldId="272"/>
        </pc:sldMkLst>
        <pc:spChg chg="mod">
          <ac:chgData name="suneetha gorli" userId="d91e28ba29754431" providerId="LiveId" clId="{9C0FB318-21A8-49B5-96C8-DD639F911735}" dt="2026-02-26T04:36:23.700" v="23" actId="12"/>
          <ac:spMkLst>
            <pc:docMk/>
            <pc:sldMk cId="1064380178" sldId="272"/>
            <ac:spMk id="4" creationId="{0AF85ABC-304A-AB32-D9D2-2A0D854CA33C}"/>
          </ac:spMkLst>
        </pc:spChg>
        <pc:spChg chg="add del mod">
          <ac:chgData name="suneetha gorli" userId="d91e28ba29754431" providerId="LiveId" clId="{9C0FB318-21A8-49B5-96C8-DD639F911735}" dt="2026-02-26T04:36:02.512" v="18" actId="478"/>
          <ac:spMkLst>
            <pc:docMk/>
            <pc:sldMk cId="1064380178" sldId="272"/>
            <ac:spMk id="6" creationId="{BE07CA7E-A8AB-9A9F-9B31-F8E91B34660B}"/>
          </ac:spMkLst>
        </pc:spChg>
        <pc:spChg chg="add del">
          <ac:chgData name="suneetha gorli" userId="d91e28ba29754431" providerId="LiveId" clId="{9C0FB318-21A8-49B5-96C8-DD639F911735}" dt="2026-02-26T04:36:31.641" v="26" actId="22"/>
          <ac:spMkLst>
            <pc:docMk/>
            <pc:sldMk cId="1064380178" sldId="272"/>
            <ac:spMk id="8" creationId="{8630EBF3-4292-C8F3-4A2F-700884605F28}"/>
          </ac:spMkLst>
        </pc:spChg>
        <pc:picChg chg="del">
          <ac:chgData name="suneetha gorli" userId="d91e28ba29754431" providerId="LiveId" clId="{9C0FB318-21A8-49B5-96C8-DD639F911735}" dt="2026-02-26T04:24:11.769" v="6" actId="478"/>
          <ac:picMkLst>
            <pc:docMk/>
            <pc:sldMk cId="1064380178" sldId="272"/>
            <ac:picMk id="3" creationId="{4069EA6D-103C-D192-BF49-F92EF1D14088}"/>
          </ac:picMkLst>
        </pc:picChg>
        <pc:picChg chg="add del mod">
          <ac:chgData name="suneetha gorli" userId="d91e28ba29754431" providerId="LiveId" clId="{9C0FB318-21A8-49B5-96C8-DD639F911735}" dt="2026-02-26T04:36:29.112" v="24" actId="478"/>
          <ac:picMkLst>
            <pc:docMk/>
            <pc:sldMk cId="1064380178" sldId="272"/>
            <ac:picMk id="5" creationId="{FC3EFA30-C882-CBD5-0481-81C3A488A19E}"/>
          </ac:picMkLst>
        </pc:picChg>
        <pc:picChg chg="add mod">
          <ac:chgData name="suneetha gorli" userId="d91e28ba29754431" providerId="LiveId" clId="{9C0FB318-21A8-49B5-96C8-DD639F911735}" dt="2026-02-26T04:36:47.348" v="29" actId="1076"/>
          <ac:picMkLst>
            <pc:docMk/>
            <pc:sldMk cId="1064380178" sldId="272"/>
            <ac:picMk id="10" creationId="{8BAC7B40-49FB-B4F3-E5D6-9C3C80BFC9F4}"/>
          </ac:picMkLst>
        </pc:picChg>
      </pc:sldChg>
      <pc:sldChg chg="addSp delSp modSp mod">
        <pc:chgData name="suneetha gorli" userId="d91e28ba29754431" providerId="LiveId" clId="{9C0FB318-21A8-49B5-96C8-DD639F911735}" dt="2026-02-26T04:48:01.440" v="71" actId="1076"/>
        <pc:sldMkLst>
          <pc:docMk/>
          <pc:sldMk cId="3289745362" sldId="275"/>
        </pc:sldMkLst>
        <pc:spChg chg="mod">
          <ac:chgData name="suneetha gorli" userId="d91e28ba29754431" providerId="LiveId" clId="{9C0FB318-21A8-49B5-96C8-DD639F911735}" dt="2026-02-26T04:46:51.311" v="70" actId="12"/>
          <ac:spMkLst>
            <pc:docMk/>
            <pc:sldMk cId="3289745362" sldId="275"/>
            <ac:spMk id="4" creationId="{47200737-D8F3-5BB7-B9CA-FF53BDD45CBF}"/>
          </ac:spMkLst>
        </pc:spChg>
        <pc:spChg chg="add del mod">
          <ac:chgData name="suneetha gorli" userId="d91e28ba29754431" providerId="LiveId" clId="{9C0FB318-21A8-49B5-96C8-DD639F911735}" dt="2026-02-26T04:46:36.044" v="66" actId="478"/>
          <ac:spMkLst>
            <pc:docMk/>
            <pc:sldMk cId="3289745362" sldId="275"/>
            <ac:spMk id="6" creationId="{814889B2-0E56-8B73-DB39-71B10E6AB623}"/>
          </ac:spMkLst>
        </pc:spChg>
        <pc:picChg chg="del">
          <ac:chgData name="suneetha gorli" userId="d91e28ba29754431" providerId="LiveId" clId="{9C0FB318-21A8-49B5-96C8-DD639F911735}" dt="2026-02-26T04:25:05.513" v="15" actId="478"/>
          <ac:picMkLst>
            <pc:docMk/>
            <pc:sldMk cId="3289745362" sldId="275"/>
            <ac:picMk id="3" creationId="{C3257DCA-7B99-19A8-EA61-B5FDE38011A7}"/>
          </ac:picMkLst>
        </pc:picChg>
        <pc:picChg chg="add mod">
          <ac:chgData name="suneetha gorli" userId="d91e28ba29754431" providerId="LiveId" clId="{9C0FB318-21A8-49B5-96C8-DD639F911735}" dt="2026-02-26T04:48:01.440" v="71" actId="1076"/>
          <ac:picMkLst>
            <pc:docMk/>
            <pc:sldMk cId="3289745362" sldId="275"/>
            <ac:picMk id="5" creationId="{750D2CD6-CFA7-A975-B7CC-412166497CD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544A894-E494-54D8-53F7-81D907CD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4A7A97B4-6B81-D54A-AB63-71C990A18B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0264163-17F8-1154-E2C4-2590A51E6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5624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3C448DD-DBC7-A00E-9D42-58D9ED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046094E7-5CED-3F3D-F805-080E0B397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36DA06B-4BC1-EBCB-8968-DE79237EAD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88449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712C405-F7D2-9D9B-4108-D62F3F239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261DE82-6022-BE77-6D3B-EB98661FB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264D8DF-17DE-FBA5-012D-FDACFAB34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20475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BB5240A-8AA3-8CAD-0FB2-270DE165F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031F874-7A74-0A6D-CAF5-C920985A35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FE522229-A13F-33B1-D2C4-6BCE4A39C8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9368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FBA615D-D94E-6055-D73C-D1628568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9061274-C90F-466C-8134-7DDA6D083B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D5ABBC7B-FC0F-29E0-46B8-751085CDAD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6382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83065DC-0FF8-8D3F-E462-BA32EC9C6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2F82256-A089-67C5-7EAE-99ABF0FBE1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9927832-8850-7086-506E-EAF2D6CA8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334622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92D1C5A-D1DE-A5CB-21E0-59F0DD6B5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A19A7D7E-0740-5CB5-DA8D-1E478F19C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CCD85BF-A93F-87E2-7BC9-F2A2155C77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1186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01C0230-F845-3003-FA3B-F015F766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62A179F-9C37-CC28-F061-829070B08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C7B2F56-666D-3995-66EC-33E82D934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014397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B7ADAF7-4E88-A420-C002-D9DBFE151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88671EB-6BB2-949A-9751-1A0D4C164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987AA05-A362-8FDD-307C-BD9415B66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42109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631BBCB-103D-6CFC-EE90-60FD075D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3EDCC761-7DE8-F1DC-5353-5F58BF555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7B90267-9862-0452-CB95-66D34BFF1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8272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4F39DBC-5737-FC73-EECD-6A869651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BAE3C0D-26F8-AEE7-FF33-B5F765DAB9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417F1E0-E363-7D6B-405B-95172A21FF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06876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E0561B5-C8CA-1444-7882-86A7D84B6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41DC156-3088-B388-CDAC-7C663032C5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756D915-93E4-2823-A174-3E3B39BE41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64507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06AF35-E4E8-EBED-F71D-419D2D47A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AD517E8-C61B-AA80-7088-053AF1E3D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527EF7C-0814-0E5B-D890-B90B9848A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284313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0BB6EE6-147A-A3D8-0725-34C71EBD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CC46122-E8D0-7957-0112-E102E3358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9F1C8E1-A4AB-FA24-3F64-D0E67E42B3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3308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4AC5EF1-BEBD-CB72-690B-8C6DDBB3D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71A0396-34F3-7EC3-8C57-9EE7EE48B6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399FCF6-3082-184F-061E-B5CD43AB6E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93216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5" y="4009300"/>
            <a:ext cx="7246189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World Wide Energy Consumption Analysis</a:t>
            </a:r>
            <a:endParaRPr sz="24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28236" y="869694"/>
            <a:ext cx="11011823" cy="6001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me Background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am a 3rd-year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pursuing Computer Science Engineering. 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you want to learn Data Science 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to develop strong skills in data analysis, visualization, and problem-solving using real-world data. As a computer science student, I am interested in data-driven decision-making and aim to pursue a career in data-related roles.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work experience </a:t>
            </a:r>
          </a:p>
          <a:p>
            <a:pPr marL="342900" lvl="0" indent="-342900">
              <a:lnSpc>
                <a:spcPct val="150000"/>
              </a:lnSpc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Fresher with hands-on experience in Excel, EDA and SQL-based data analysis projects, with a strong interest in data analytics roles.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https://www.linkedin.com/in/sanjanagorli/ 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https://github.com/Sanju0714 </a:t>
            </a:r>
            <a:endParaRPr sz="22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28236" y="269867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sz="32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3CD98AF-E73B-2BE8-34AE-D88F03252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BF3FFE20-705A-48C7-4743-1822673D7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371" y="764850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Objective of the Project</a:t>
            </a:r>
          </a:p>
          <a:p>
            <a:pPr marL="254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2400" dirty="0"/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global energy production, consumption, and emission data.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relationship between GDP and energy growth.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examine how population affects energy usage and emissions.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per capita and efficiency metrics (Emission-to-GDP ratio).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trends and improvements in environmental performance across countries.</a:t>
            </a:r>
          </a:p>
        </p:txBody>
      </p:sp>
    </p:spTree>
    <p:extLst>
      <p:ext uri="{BB962C8B-B14F-4D97-AF65-F5344CB8AC3E}">
        <p14:creationId xmlns:p14="http://schemas.microsoft.com/office/powerpoint/2010/main" val="7840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46CC0EE-4C64-1395-F03C-9C9919C9A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368F34-1D6A-A8F1-85F3-F1239E04F189}"/>
              </a:ext>
            </a:extLst>
          </p:cNvPr>
          <p:cNvSpPr txBox="1"/>
          <p:nvPr/>
        </p:nvSpPr>
        <p:spPr>
          <a:xfrm>
            <a:off x="490671" y="233002"/>
            <a:ext cx="6230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735EBB-2DBB-27AF-D9DB-D7C65137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244" y="848891"/>
            <a:ext cx="5714161" cy="41519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3363CB-7604-4662-8054-FF4CDBFD1EF6}"/>
              </a:ext>
            </a:extLst>
          </p:cNvPr>
          <p:cNvSpPr txBox="1"/>
          <p:nvPr/>
        </p:nvSpPr>
        <p:spPr>
          <a:xfrm>
            <a:off x="890123" y="5000878"/>
            <a:ext cx="902261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Overview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is designed to analyze global energy, GDP, population, and emission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table acts as the central (master)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tables are connected through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 relationships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8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10DB1F9-BFDB-290B-DB09-CA32D4B2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F39FF2-2753-E8C2-27CA-EEC17CA45E02}"/>
              </a:ext>
            </a:extLst>
          </p:cNvPr>
          <p:cNvSpPr txBox="1"/>
          <p:nvPr/>
        </p:nvSpPr>
        <p:spPr>
          <a:xfrm>
            <a:off x="542168" y="663548"/>
            <a:ext cx="977517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Table (Master Table)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unique country names.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consistency across all related tables.</a:t>
            </a:r>
          </a:p>
          <a:p>
            <a:pPr marL="114300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yearly population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country can have multiple population records (year-wise).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emission data by energy type and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per capita emission.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environmental trend analysis.</a:t>
            </a:r>
          </a:p>
          <a:p>
            <a:pPr marL="4000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energy production data by country and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energy supply trends.</a:t>
            </a: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SzPts val="2800"/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19207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599A403-BB0D-007A-B760-1E9E1C556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D9584A3-D358-3B18-816F-11691BF924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63499" y="497813"/>
            <a:ext cx="10515600" cy="5724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Table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energy consumption data by country and year.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study demand patterns.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GDP Table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yearly GDP data for each country.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analyze economic growth.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Structure</a:t>
            </a: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Country → Many Records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all other tables.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Ensures: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duplication</a:t>
            </a:r>
          </a:p>
          <a:p>
            <a:pPr lvl="1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joins for analysis</a:t>
            </a:r>
          </a:p>
          <a:p>
            <a:pPr marL="114300" indent="0">
              <a:buNone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58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D4EC658-2A24-955D-BE85-C01CCF0A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A3C8E-669F-975B-9F7C-7C229B9A76BA}"/>
              </a:ext>
            </a:extLst>
          </p:cNvPr>
          <p:cNvSpPr txBox="1"/>
          <p:nvPr/>
        </p:nvSpPr>
        <p:spPr>
          <a:xfrm>
            <a:off x="829433" y="1051965"/>
            <a:ext cx="8334796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" lvl="0">
              <a:lnSpc>
                <a:spcPct val="90000"/>
              </a:lnSpc>
              <a:spcBef>
                <a:spcPts val="1000"/>
              </a:spcBef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5650B4-1E69-DCBA-45D7-20C592B1F36D}"/>
              </a:ext>
            </a:extLst>
          </p:cNvPr>
          <p:cNvSpPr txBox="1"/>
          <p:nvPr/>
        </p:nvSpPr>
        <p:spPr>
          <a:xfrm>
            <a:off x="829433" y="1812615"/>
            <a:ext cx="9148047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What are the top 5 countries by GDP in the most recent year?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global emissions changed year over year?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energy types contribute most to emissions across all countries?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energy consumption increased or decreased over the years for major  economies?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share (%) of emissions by country?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average GDP, emission, and population by year?</a:t>
            </a:r>
          </a:p>
        </p:txBody>
      </p:sp>
    </p:spTree>
    <p:extLst>
      <p:ext uri="{BB962C8B-B14F-4D97-AF65-F5344CB8AC3E}">
        <p14:creationId xmlns:p14="http://schemas.microsoft.com/office/powerpoint/2010/main" val="1227668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5EC6D4E-6009-1A5B-741D-EC6E39FB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381512-56BA-4460-4764-983ECB8CD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374" y="3429000"/>
            <a:ext cx="4384361" cy="26610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1D6FA9-F254-E1B7-C9D3-7929AD4545F9}"/>
              </a:ext>
            </a:extLst>
          </p:cNvPr>
          <p:cNvSpPr txBox="1"/>
          <p:nvPr/>
        </p:nvSpPr>
        <p:spPr>
          <a:xfrm>
            <a:off x="648884" y="873939"/>
            <a:ext cx="97493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5 countries by GDP in the most recent year?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 has the highest GDP in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follows closely.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ranks third among global economies.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five countries dominate global economic output</a:t>
            </a:r>
          </a:p>
        </p:txBody>
      </p:sp>
    </p:spTree>
    <p:extLst>
      <p:ext uri="{BB962C8B-B14F-4D97-AF65-F5344CB8AC3E}">
        <p14:creationId xmlns:p14="http://schemas.microsoft.com/office/powerpoint/2010/main" val="2215142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0229FBD-348E-F7BE-D700-9174952A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0060C1-3FD1-0665-FCAD-2999574F1408}"/>
              </a:ext>
            </a:extLst>
          </p:cNvPr>
          <p:cNvSpPr txBox="1"/>
          <p:nvPr/>
        </p:nvSpPr>
        <p:spPr>
          <a:xfrm>
            <a:off x="648884" y="873939"/>
            <a:ext cx="97493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have global emissions changed year over year?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emissions show an overall increasing trend over the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years may show slight dips due to economic slowdown or policy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in industrial activity is directly reflected in emission increase.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8BC2E6-BFCD-761E-D30A-94638048E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455" y="3429000"/>
            <a:ext cx="3136218" cy="226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99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E20AB9A-775B-0F9D-6575-D04A0A6F6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E2FC5E-6AEB-C1E0-8A35-7660BF732BE0}"/>
              </a:ext>
            </a:extLst>
          </p:cNvPr>
          <p:cNvSpPr txBox="1"/>
          <p:nvPr/>
        </p:nvSpPr>
        <p:spPr>
          <a:xfrm>
            <a:off x="648884" y="873939"/>
            <a:ext cx="974938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energy types contribute most to emissions across all countries? 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CO₂ emissions are highest overall.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Coal is the largest fossil fuel contributor.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Petroleum and natural gas also contribute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Fossil fuels dominate global emissions.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25AA8-A4F9-5061-D04C-36A87ED7F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627" y="3648791"/>
            <a:ext cx="6058746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43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DFE9BEB-450D-7EEA-53FC-DAF05D4F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F85ABC-304A-AB32-D9D2-2A0D854CA33C}"/>
              </a:ext>
            </a:extLst>
          </p:cNvPr>
          <p:cNvSpPr txBox="1"/>
          <p:nvPr/>
        </p:nvSpPr>
        <p:spPr>
          <a:xfrm>
            <a:off x="648884" y="873939"/>
            <a:ext cx="974938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energy consumption increased or decreased over the years for major  economies?</a:t>
            </a:r>
          </a:p>
          <a:p>
            <a:pPr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Qatar ranks highest in energy production per capita.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Norway and Kuwait also show strong per capita production levels.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UAE and Saudi Arabia complete the top five.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per capita production is common in energy-rich, smaller population countries.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BAC7B40-49FB-B4F3-E5D6-9C3C80BFC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153" y="3528872"/>
            <a:ext cx="8735644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380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FDB75AB-A740-4925-F6E6-DB14C4818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77F148-9954-D0BF-ABCA-B4C6606F41E5}"/>
              </a:ext>
            </a:extLst>
          </p:cNvPr>
          <p:cNvSpPr txBox="1"/>
          <p:nvPr/>
        </p:nvSpPr>
        <p:spPr>
          <a:xfrm>
            <a:off x="648884" y="873939"/>
            <a:ext cx="974938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share (%) of emissions by country? 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China contributes the highest share of global emissions (32.89%).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United States and India follow as major contributors.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Russia and Japan also hold significant shares.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Together, the top five countries contribute nearly 60% of global emissions, accounting for about half of the total emissions worldwide.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B036C-F989-558A-AD6C-320F7C2B8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185" y="3644960"/>
            <a:ext cx="5582429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03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0C90199-A493-E1CE-AD48-8CA229BCD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200737-D8F3-5BB7-B9CA-FF53BDD45CBF}"/>
              </a:ext>
            </a:extLst>
          </p:cNvPr>
          <p:cNvSpPr txBox="1"/>
          <p:nvPr/>
        </p:nvSpPr>
        <p:spPr>
          <a:xfrm>
            <a:off x="648884" y="873939"/>
            <a:ext cx="97493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global average GDP, emission, and population by year?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global average GDP has steadily increased from 2020 to 2023.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global average emission has also shown a consistent upward trend.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average population increased gradually over the years.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growth appears to be associated with rising emission levels.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D2CD6-CFA7-A975-B7CC-41216649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78" y="3624137"/>
            <a:ext cx="6944694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74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2C66805-37C0-B673-1117-1330AA23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C8B755-2D20-020A-F0B9-B9A68D8D6247}"/>
              </a:ext>
            </a:extLst>
          </p:cNvPr>
          <p:cNvSpPr txBox="1"/>
          <p:nvPr/>
        </p:nvSpPr>
        <p:spPr>
          <a:xfrm>
            <a:off x="628649" y="1260813"/>
            <a:ext cx="891540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growth is strongly linked with rising energy consumption and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Fossil fuels (especially coal and petroleum) remain the dominant sources of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countries contribute nearly half of global emissions.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economies show rapidly increasing energy demand.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economies show relatively stable or improving emission efficiency.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investment in renewable energy sources to reduce fossil fuel dependency.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energy efficiency to lower emission-to-GDP ratios.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clean technology adoption in high-emission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sustainable industrial growth in emerging economies.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international collaboration to reduce global emissions collectively.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42C780-033F-648C-22AA-DFE55A154776}"/>
              </a:ext>
            </a:extLst>
          </p:cNvPr>
          <p:cNvSpPr txBox="1"/>
          <p:nvPr/>
        </p:nvSpPr>
        <p:spPr>
          <a:xfrm>
            <a:off x="628648" y="609359"/>
            <a:ext cx="6096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74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8E76DFE-0616-C4AB-E74E-A1C86A96A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CD8E4E-55F7-25DA-13E2-AB254BF0D6A7}"/>
              </a:ext>
            </a:extLst>
          </p:cNvPr>
          <p:cNvSpPr txBox="1"/>
          <p:nvPr/>
        </p:nvSpPr>
        <p:spPr>
          <a:xfrm>
            <a:off x="590549" y="1975188"/>
            <a:ext cx="10639426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economic growth has been accompanied by a steady rise in energy production and consumption.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Emissions remain highly concentrated among a few major economies.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Fossil fuels continue to be the dominant source of global carbon emissions.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 capita and ratio analysis reveals differences in energy efficiency across countries.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analysis helps identify patterns linking population, GDP, and environmental impact.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F66F96-971F-D0E6-6533-80DEA542AEE2}"/>
              </a:ext>
            </a:extLst>
          </p:cNvPr>
          <p:cNvSpPr txBox="1"/>
          <p:nvPr/>
        </p:nvSpPr>
        <p:spPr>
          <a:xfrm>
            <a:off x="590549" y="1076084"/>
            <a:ext cx="60960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</a:pP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 overall) 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683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9BBEE48-781C-A661-3677-85BBB1623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7F538F-C384-087B-A575-6A2E181D4994}"/>
              </a:ext>
            </a:extLst>
          </p:cNvPr>
          <p:cNvSpPr txBox="1"/>
          <p:nvPr/>
        </p:nvSpPr>
        <p:spPr>
          <a:xfrm>
            <a:off x="542924" y="1444942"/>
            <a:ext cx="1082992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advanced SQL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skills in joins, subqueries, and window functions.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real-world datasets to extract meaningful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and analytical thinking.</a:t>
            </a:r>
          </a:p>
          <a:p>
            <a:pPr>
              <a:buNone/>
            </a:pP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multi-table relationships and joins.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Debugging complex queries and window functions.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large datasets and summarizing results.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Ensuring accurate aggregations and interpretations.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BB15B-4638-6D56-0CFF-B5BB6562D6C4}"/>
              </a:ext>
            </a:extLst>
          </p:cNvPr>
          <p:cNvSpPr txBox="1"/>
          <p:nvPr/>
        </p:nvSpPr>
        <p:spPr>
          <a:xfrm>
            <a:off x="542924" y="642521"/>
            <a:ext cx="8572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&amp; Challenges – SQL Data Analysis Project</a:t>
            </a:r>
          </a:p>
        </p:txBody>
      </p:sp>
    </p:spTree>
    <p:extLst>
      <p:ext uri="{BB962C8B-B14F-4D97-AF65-F5344CB8AC3E}">
        <p14:creationId xmlns:p14="http://schemas.microsoft.com/office/powerpoint/2010/main" val="16698309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BEF0DE3-7B8A-186F-00E7-2A7314D2C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B2773-FD10-E00C-2429-07DFC4E4903D}"/>
              </a:ext>
            </a:extLst>
          </p:cNvPr>
          <p:cNvSpPr txBox="1"/>
          <p:nvPr/>
        </p:nvSpPr>
        <p:spPr>
          <a:xfrm>
            <a:off x="2800350" y="19416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</a:t>
            </a:r>
            <a:endParaRPr lang="en-IN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FA232-2414-DE93-6730-54D6AE67D6CF}"/>
              </a:ext>
            </a:extLst>
          </p:cNvPr>
          <p:cNvSpPr txBox="1"/>
          <p:nvPr/>
        </p:nvSpPr>
        <p:spPr>
          <a:xfrm>
            <a:off x="2800350" y="279886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Welcome!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30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1025</Words>
  <Application>Microsoft Office PowerPoint</Application>
  <PresentationFormat>Widescreen</PresentationFormat>
  <Paragraphs>148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Times New Roman</vt:lpstr>
      <vt:lpstr>Calibri</vt:lpstr>
      <vt:lpstr>Libre Baskerville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suneetha gorli</cp:lastModifiedBy>
  <cp:revision>2</cp:revision>
  <dcterms:created xsi:type="dcterms:W3CDTF">2021-02-16T05:19:01Z</dcterms:created>
  <dcterms:modified xsi:type="dcterms:W3CDTF">2026-02-26T05:15:06Z</dcterms:modified>
</cp:coreProperties>
</file>